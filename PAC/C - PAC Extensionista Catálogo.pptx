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6"/>
  </p:notesMasterIdLst>
  <p:sldIdLst>
    <p:sldId id="256" r:id="rId5"/>
  </p:sldIdLst>
  <p:sldSz cx="6858000" cy="9906000" type="A4"/>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 roundtripDataSignature="AMtx7mjkZVIRdwoCQwrRwrShbqbLy3jEJ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67E7BC-2358-60C3-C760-5AB7E0B0F6AE}" v="2" dt="2026-09-04T22:55:45.5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customschemas.google.com/relationships/presentationmetadata" Target="metadata"/><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LITA  CAROLINE DA SILVA" userId="S::talita04.silva@catolicasc.edu.br::b24c1169-d00e-4bb5-8567-c58537904057" providerId="AD" clId="Web-{A08354C2-C748-DB25-6225-6FD467592400}"/>
    <pc:docChg chg="modSld">
      <pc:chgData name="TALITA  CAROLINE DA SILVA" userId="S::talita04.silva@catolicasc.edu.br::b24c1169-d00e-4bb5-8567-c58537904057" providerId="AD" clId="Web-{A08354C2-C748-DB25-6225-6FD467592400}" dt="2026-08-18T00:01:45.626" v="1" actId="20577"/>
      <pc:docMkLst>
        <pc:docMk/>
      </pc:docMkLst>
      <pc:sldChg chg="modSp">
        <pc:chgData name="TALITA  CAROLINE DA SILVA" userId="S::talita04.silva@catolicasc.edu.br::b24c1169-d00e-4bb5-8567-c58537904057" providerId="AD" clId="Web-{A08354C2-C748-DB25-6225-6FD467592400}" dt="2026-08-18T00:01:45.626" v="1" actId="20577"/>
        <pc:sldMkLst>
          <pc:docMk/>
          <pc:sldMk cId="0" sldId="256"/>
        </pc:sldMkLst>
        <pc:spChg chg="mod">
          <ac:chgData name="TALITA  CAROLINE DA SILVA" userId="S::talita04.silva@catolicasc.edu.br::b24c1169-d00e-4bb5-8567-c58537904057" providerId="AD" clId="Web-{A08354C2-C748-DB25-6225-6FD467592400}" dt="2026-08-18T00:01:45.626" v="1" actId="20577"/>
          <ac:spMkLst>
            <pc:docMk/>
            <pc:sldMk cId="0" sldId="256"/>
            <ac:spMk id="29" creationId="{00000000-0000-0000-0000-000000000000}"/>
          </ac:spMkLst>
        </pc:spChg>
      </pc:sldChg>
    </pc:docChg>
  </pc:docChgLst>
  <pc:docChgLst>
    <pc:chgData name="ALAN  DANIEL BILISKI" userId="S::alan.biliski@catolicasc.edu.br::622e5523-8b6e-48aa-ae28-4d750e61f7ab" providerId="AD" clId="Web-{BA67E7BC-2358-60C3-C760-5AB7E0B0F6AE}"/>
    <pc:docChg chg="modSld">
      <pc:chgData name="ALAN  DANIEL BILISKI" userId="S::alan.biliski@catolicasc.edu.br::622e5523-8b6e-48aa-ae28-4d750e61f7ab" providerId="AD" clId="Web-{BA67E7BC-2358-60C3-C760-5AB7E0B0F6AE}" dt="2026-09-04T22:55:45.580" v="1" actId="1076"/>
      <pc:docMkLst>
        <pc:docMk/>
      </pc:docMkLst>
      <pc:sldChg chg="modSp">
        <pc:chgData name="ALAN  DANIEL BILISKI" userId="S::alan.biliski@catolicasc.edu.br::622e5523-8b6e-48aa-ae28-4d750e61f7ab" providerId="AD" clId="Web-{BA67E7BC-2358-60C3-C760-5AB7E0B0F6AE}" dt="2026-09-04T22:55:45.580" v="1" actId="1076"/>
        <pc:sldMkLst>
          <pc:docMk/>
          <pc:sldMk cId="0" sldId="256"/>
        </pc:sldMkLst>
        <pc:spChg chg="mod">
          <ac:chgData name="ALAN  DANIEL BILISKI" userId="S::alan.biliski@catolicasc.edu.br::622e5523-8b6e-48aa-ae28-4d750e61f7ab" providerId="AD" clId="Web-{BA67E7BC-2358-60C3-C760-5AB7E0B0F6AE}" dt="2026-09-04T22:55:45.580" v="1" actId="1076"/>
          <ac:spMkLst>
            <pc:docMk/>
            <pc:sldMk cId="0" sldId="256"/>
            <ac:spMk id="5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061"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061"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061"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061"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061"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061"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061"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061"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061"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061"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061"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061"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061"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061"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061"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061"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707"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707"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707"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707"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707"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707"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707"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707"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707"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061"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061"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061"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061"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061"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061"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061"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061"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pt-BR"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p:cNvGrpSpPr/>
        <p:nvPr/>
      </p:nvGrpSpPr>
      <p:grpSpPr>
        <a:xfrm>
          <a:off x="0" y="0"/>
          <a:ext cx="0" cy="0"/>
          <a:chOff x="0" y="0"/>
          <a:chExt cx="0" cy="0"/>
        </a:xfrm>
      </p:grpSpPr>
      <p:sp>
        <p:nvSpPr>
          <p:cNvPr id="17" name="Google Shape;17;p1: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 name="Google Shape;1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 name="Google Shape;1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BR"/>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Em branco">
  <p:cSld name="Em branco">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471489" y="527224"/>
            <a:ext cx="5915025" cy="191445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3300"/>
              <a:buFont typeface="Comic Sans MS"/>
              <a:buNone/>
              <a:defRPr sz="3300" b="0" i="0" u="none" strike="noStrike" cap="none">
                <a:solidFill>
                  <a:schemeClr val="dk1"/>
                </a:solidFill>
                <a:latin typeface="Comic Sans MS"/>
                <a:ea typeface="Comic Sans MS"/>
                <a:cs typeface="Comic Sans MS"/>
                <a:sym typeface="Comic Sans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Em branco">
  <p:cSld name="1_Em branco">
    <p:spTree>
      <p:nvGrpSpPr>
        <p:cNvPr id="1" name="Shape 13"/>
        <p:cNvGrpSpPr/>
        <p:nvPr/>
      </p:nvGrpSpPr>
      <p:grpSpPr>
        <a:xfrm>
          <a:off x="0" y="0"/>
          <a:ext cx="0" cy="0"/>
          <a:chOff x="0" y="0"/>
          <a:chExt cx="0" cy="0"/>
        </a:xfrm>
      </p:grpSpPr>
      <p:sp>
        <p:nvSpPr>
          <p:cNvPr id="14" name="Google Shape;14;p4"/>
          <p:cNvSpPr txBox="1">
            <a:spLocks noGrp="1"/>
          </p:cNvSpPr>
          <p:nvPr>
            <p:ph type="title"/>
          </p:nvPr>
        </p:nvSpPr>
        <p:spPr>
          <a:xfrm>
            <a:off x="471489" y="527224"/>
            <a:ext cx="5915025" cy="191445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3300"/>
              <a:buFont typeface="Comic Sans MS"/>
              <a:buNone/>
              <a:defRPr sz="3300" b="0" i="0" u="none" strike="noStrike" cap="none">
                <a:solidFill>
                  <a:schemeClr val="dk1"/>
                </a:solidFill>
                <a:latin typeface="Comic Sans MS"/>
                <a:ea typeface="Comic Sans MS"/>
                <a:cs typeface="Comic Sans MS"/>
                <a:sym typeface="Comic Sans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 name="Google Shape;15;p4"/>
          <p:cNvSpPr txBox="1">
            <a:spLocks noGrp="1"/>
          </p:cNvSpPr>
          <p:nvPr>
            <p:ph type="body" idx="1"/>
          </p:nvPr>
        </p:nvSpPr>
        <p:spPr>
          <a:xfrm>
            <a:off x="648297" y="4283571"/>
            <a:ext cx="5561409" cy="312271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2700"/>
              <a:buFont typeface="Arial"/>
              <a:buNone/>
              <a:defRPr sz="27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a:off x="218462" y="205209"/>
            <a:ext cx="6421079" cy="9029569"/>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597" b="0" i="0" u="none" strike="noStrike" cap="none">
              <a:solidFill>
                <a:schemeClr val="lt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
        <p:cNvGrpSpPr/>
        <p:nvPr/>
      </p:nvGrpSpPr>
      <p:grpSpPr>
        <a:xfrm>
          <a:off x="0" y="0"/>
          <a:ext cx="0" cy="0"/>
          <a:chOff x="0" y="0"/>
          <a:chExt cx="0" cy="0"/>
        </a:xfrm>
      </p:grpSpPr>
      <p:pic>
        <p:nvPicPr>
          <p:cNvPr id="21" name="Google Shape;21;p1" descr="Quebra-cabeça"/>
          <p:cNvPicPr preferRelativeResize="0"/>
          <p:nvPr/>
        </p:nvPicPr>
        <p:blipFill rotWithShape="1">
          <a:blip r:embed="rId3">
            <a:alphaModFix/>
          </a:blip>
          <a:srcRect/>
          <a:stretch/>
        </p:blipFill>
        <p:spPr>
          <a:xfrm rot="982236">
            <a:off x="3296648" y="2569140"/>
            <a:ext cx="263943" cy="263943"/>
          </a:xfrm>
          <a:prstGeom prst="rect">
            <a:avLst/>
          </a:prstGeom>
          <a:noFill/>
          <a:ln>
            <a:noFill/>
          </a:ln>
        </p:spPr>
      </p:pic>
      <p:grpSp>
        <p:nvGrpSpPr>
          <p:cNvPr id="22" name="Google Shape;22;p1" descr="Gráfico de cabeçalho"/>
          <p:cNvGrpSpPr/>
          <p:nvPr/>
        </p:nvGrpSpPr>
        <p:grpSpPr>
          <a:xfrm>
            <a:off x="-9464" y="136177"/>
            <a:ext cx="4980534" cy="1238877"/>
            <a:chOff x="-7142" y="5532749"/>
            <a:chExt cx="6919330" cy="2202448"/>
          </a:xfrm>
        </p:grpSpPr>
        <p:sp>
          <p:nvSpPr>
            <p:cNvPr id="23" name="Google Shape;23;p1"/>
            <p:cNvSpPr/>
            <p:nvPr/>
          </p:nvSpPr>
          <p:spPr>
            <a:xfrm rot="5400000">
              <a:off x="6655238" y="7058004"/>
              <a:ext cx="243424" cy="270475"/>
            </a:xfrm>
            <a:prstGeom prst="triangle">
              <a:avLst>
                <a:gd name="adj" fmla="val 0"/>
              </a:avLst>
            </a:prstGeom>
            <a:solidFill>
              <a:srgbClr val="262626"/>
            </a:solidFill>
            <a:ln>
              <a:noFill/>
            </a:ln>
          </p:spPr>
          <p:txBody>
            <a:bodyPr spcFirstLastPara="1" wrap="square" lIns="51425" tIns="25700" rIns="51425" bIns="25700" anchor="ctr" anchorCtr="0">
              <a:noAutofit/>
            </a:bodyPr>
            <a:lstStyle/>
            <a:p>
              <a:pPr marL="0" marR="0" lvl="0" indent="0" algn="ctr" rtl="0">
                <a:spcBef>
                  <a:spcPts val="0"/>
                </a:spcBef>
                <a:spcAft>
                  <a:spcPts val="0"/>
                </a:spcAft>
                <a:buNone/>
              </a:pPr>
              <a:endParaRPr sz="597" b="0" i="0" u="none" strike="noStrike" cap="none">
                <a:solidFill>
                  <a:schemeClr val="lt1"/>
                </a:solidFill>
                <a:latin typeface="Calibri"/>
                <a:ea typeface="Calibri"/>
                <a:cs typeface="Calibri"/>
                <a:sym typeface="Calibri"/>
              </a:endParaRPr>
            </a:p>
          </p:txBody>
        </p:sp>
        <p:sp>
          <p:nvSpPr>
            <p:cNvPr id="24" name="Google Shape;24;p1"/>
            <p:cNvSpPr/>
            <p:nvPr/>
          </p:nvSpPr>
          <p:spPr>
            <a:xfrm>
              <a:off x="1" y="5532749"/>
              <a:ext cx="6912187" cy="1543969"/>
            </a:xfrm>
            <a:prstGeom prst="rect">
              <a:avLst/>
            </a:prstGeom>
            <a:solidFill>
              <a:srgbClr val="7F001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597" b="0" i="0" u="none" strike="noStrike" cap="none">
                <a:solidFill>
                  <a:schemeClr val="lt1"/>
                </a:solidFill>
                <a:latin typeface="Calibri"/>
                <a:ea typeface="Calibri"/>
                <a:cs typeface="Calibri"/>
                <a:sym typeface="Calibri"/>
              </a:endParaRPr>
            </a:p>
          </p:txBody>
        </p:sp>
        <p:sp>
          <p:nvSpPr>
            <p:cNvPr id="25" name="Google Shape;25;p1"/>
            <p:cNvSpPr/>
            <p:nvPr/>
          </p:nvSpPr>
          <p:spPr>
            <a:xfrm rot="-5400000">
              <a:off x="2447634" y="4623733"/>
              <a:ext cx="656688" cy="5566240"/>
            </a:xfrm>
            <a:prstGeom prst="rect">
              <a:avLst/>
            </a:prstGeom>
            <a:solidFill>
              <a:schemeClr val="dk1">
                <a:alpha val="784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597" b="0" i="0" u="none" strike="noStrike" cap="none">
                <a:solidFill>
                  <a:schemeClr val="lt1"/>
                </a:solidFill>
                <a:latin typeface="Calibri"/>
                <a:ea typeface="Calibri"/>
                <a:cs typeface="Calibri"/>
                <a:sym typeface="Calibri"/>
              </a:endParaRPr>
            </a:p>
          </p:txBody>
        </p:sp>
        <p:sp>
          <p:nvSpPr>
            <p:cNvPr id="26" name="Google Shape;26;p1"/>
            <p:cNvSpPr/>
            <p:nvPr/>
          </p:nvSpPr>
          <p:spPr>
            <a:xfrm>
              <a:off x="5558268" y="7077117"/>
              <a:ext cx="1083443" cy="162657"/>
            </a:xfrm>
            <a:prstGeom prst="rect">
              <a:avLst/>
            </a:prstGeom>
            <a:solidFill>
              <a:schemeClr val="dk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597" b="0" i="0" u="none" strike="noStrike" cap="none">
                <a:solidFill>
                  <a:schemeClr val="lt1"/>
                </a:solidFill>
                <a:latin typeface="Calibri"/>
                <a:ea typeface="Calibri"/>
                <a:cs typeface="Calibri"/>
                <a:sym typeface="Calibri"/>
              </a:endParaRPr>
            </a:p>
          </p:txBody>
        </p:sp>
      </p:grpSp>
      <p:sp>
        <p:nvSpPr>
          <p:cNvPr id="27" name="Google Shape;27;p1"/>
          <p:cNvSpPr txBox="1"/>
          <p:nvPr/>
        </p:nvSpPr>
        <p:spPr>
          <a:xfrm>
            <a:off x="311961" y="1068277"/>
            <a:ext cx="6233316" cy="188726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pt-BR" sz="1800" b="1" i="0" u="none" strike="noStrike" cap="none">
                <a:solidFill>
                  <a:srgbClr val="262626"/>
                </a:solidFill>
                <a:latin typeface="Calibri"/>
                <a:ea typeface="Calibri"/>
                <a:cs typeface="Calibri"/>
                <a:sym typeface="Calibri"/>
              </a:rPr>
              <a:t>Curso – Escola xxxxxx</a:t>
            </a:r>
            <a:endParaRPr sz="1800" b="1" i="0" u="none" strike="noStrike" cap="none">
              <a:solidFill>
                <a:srgbClr val="262626"/>
              </a:solidFill>
              <a:latin typeface="Calibri"/>
              <a:ea typeface="Calibri"/>
              <a:cs typeface="Calibri"/>
              <a:sym typeface="Calibri"/>
            </a:endParaRPr>
          </a:p>
          <a:p>
            <a:pPr marL="0" marR="0" lvl="0" indent="0" algn="l" rtl="0">
              <a:spcBef>
                <a:spcPts val="0"/>
              </a:spcBef>
              <a:spcAft>
                <a:spcPts val="0"/>
              </a:spcAft>
              <a:buNone/>
            </a:pPr>
            <a:r>
              <a:rPr lang="pt-BR" sz="1400" b="1" i="0" u="none" strike="noStrike" cap="none">
                <a:solidFill>
                  <a:srgbClr val="262626"/>
                </a:solidFill>
                <a:latin typeface="Calibri"/>
                <a:ea typeface="Calibri"/>
                <a:cs typeface="Calibri"/>
                <a:sym typeface="Calibri"/>
              </a:rPr>
              <a:t>Coordenador: </a:t>
            </a:r>
            <a:r>
              <a:rPr lang="pt-BR" sz="1400" b="0" i="0" u="none" strike="noStrike" cap="none">
                <a:solidFill>
                  <a:srgbClr val="262626"/>
                </a:solidFill>
                <a:latin typeface="Calibri"/>
                <a:ea typeface="Calibri"/>
                <a:cs typeface="Calibri"/>
                <a:sym typeface="Calibri"/>
              </a:rPr>
              <a:t>xxxxxxxxxxx xxxxxxxx xxxxxxxxxx</a:t>
            </a:r>
            <a:endParaRPr sz="1400" b="0" i="0" u="none" strike="noStrike" cap="none">
              <a:solidFill>
                <a:srgbClr val="262626"/>
              </a:solidFill>
              <a:latin typeface="Calibri"/>
              <a:ea typeface="Calibri"/>
              <a:cs typeface="Calibri"/>
              <a:sym typeface="Calibri"/>
            </a:endParaRPr>
          </a:p>
          <a:p>
            <a:pPr marL="0" marR="0" lvl="0" indent="0" algn="l" rtl="0">
              <a:spcBef>
                <a:spcPts val="0"/>
              </a:spcBef>
              <a:spcAft>
                <a:spcPts val="0"/>
              </a:spcAft>
              <a:buNone/>
            </a:pPr>
            <a:r>
              <a:rPr lang="pt-BR" sz="1400" b="1" i="0" u="none" strike="noStrike" cap="none">
                <a:solidFill>
                  <a:srgbClr val="262626"/>
                </a:solidFill>
                <a:latin typeface="Calibri"/>
                <a:ea typeface="Calibri"/>
                <a:cs typeface="Calibri"/>
                <a:sym typeface="Calibri"/>
              </a:rPr>
              <a:t>Fase: </a:t>
            </a:r>
            <a:r>
              <a:rPr lang="pt-BR" sz="1400" b="0" i="0" u="none" strike="noStrike" cap="none">
                <a:solidFill>
                  <a:srgbClr val="262626"/>
                </a:solidFill>
                <a:latin typeface="Calibri"/>
                <a:ea typeface="Calibri"/>
                <a:cs typeface="Calibri"/>
                <a:sym typeface="Calibri"/>
              </a:rPr>
              <a:t>xxxxxxxx xxxxxx xxxxxxxx xxxxxxx</a:t>
            </a:r>
            <a:endParaRPr sz="1400" b="0" i="0" u="none" strike="noStrike" cap="none">
              <a:solidFill>
                <a:srgbClr val="262626"/>
              </a:solidFill>
              <a:latin typeface="Calibri"/>
              <a:ea typeface="Calibri"/>
              <a:cs typeface="Calibri"/>
              <a:sym typeface="Calibri"/>
            </a:endParaRPr>
          </a:p>
          <a:p>
            <a:pPr marL="0" marR="0" lvl="0" indent="0" algn="l" rtl="0">
              <a:spcBef>
                <a:spcPts val="0"/>
              </a:spcBef>
              <a:spcAft>
                <a:spcPts val="0"/>
              </a:spcAft>
              <a:buNone/>
            </a:pPr>
            <a:r>
              <a:rPr lang="pt-BR" sz="1400" b="1" i="0" u="none" strike="noStrike" cap="none">
                <a:solidFill>
                  <a:srgbClr val="262626"/>
                </a:solidFill>
                <a:latin typeface="Calibri"/>
                <a:ea typeface="Calibri"/>
                <a:cs typeface="Calibri"/>
                <a:sym typeface="Calibri"/>
              </a:rPr>
              <a:t>Professor: </a:t>
            </a:r>
            <a:r>
              <a:rPr lang="pt-BR" sz="1400" b="0" i="0" u="none" strike="noStrike" cap="none">
                <a:solidFill>
                  <a:srgbClr val="262626"/>
                </a:solidFill>
                <a:latin typeface="Calibri"/>
                <a:ea typeface="Calibri"/>
                <a:cs typeface="Calibri"/>
                <a:sym typeface="Calibri"/>
              </a:rPr>
              <a:t>xxxxxxxxxxx xxxxxxxx xxxxxxxxxx</a:t>
            </a:r>
            <a:endParaRPr sz="1400" b="1" i="0" u="none" strike="noStrike" cap="none">
              <a:solidFill>
                <a:srgbClr val="262626"/>
              </a:solidFill>
              <a:latin typeface="Calibri"/>
              <a:ea typeface="Calibri"/>
              <a:cs typeface="Calibri"/>
              <a:sym typeface="Calibri"/>
            </a:endParaRPr>
          </a:p>
          <a:p>
            <a:pPr marL="0" marR="0" lvl="0" indent="0" algn="l" rtl="0">
              <a:spcBef>
                <a:spcPts val="0"/>
              </a:spcBef>
              <a:spcAft>
                <a:spcPts val="0"/>
              </a:spcAft>
              <a:buNone/>
            </a:pPr>
            <a:r>
              <a:rPr lang="pt-BR" sz="1400" b="1" i="0" u="none" strike="noStrike" cap="none">
                <a:solidFill>
                  <a:srgbClr val="262626"/>
                </a:solidFill>
                <a:latin typeface="Calibri"/>
                <a:ea typeface="Calibri"/>
                <a:cs typeface="Calibri"/>
                <a:sym typeface="Calibri"/>
              </a:rPr>
              <a:t>Área Temática: </a:t>
            </a:r>
            <a:r>
              <a:rPr lang="pt-BR" sz="1400" b="0" i="0" u="none" strike="noStrike" cap="none">
                <a:solidFill>
                  <a:srgbClr val="262626"/>
                </a:solidFill>
                <a:latin typeface="Calibri"/>
                <a:ea typeface="Calibri"/>
                <a:cs typeface="Calibri"/>
                <a:sym typeface="Calibri"/>
              </a:rPr>
              <a:t>xxxxxxxxxxx xxxxxxxx xxxxxxxxxx</a:t>
            </a:r>
            <a:endParaRPr sz="1400" b="1" i="0" u="none" strike="noStrike" cap="none">
              <a:solidFill>
                <a:srgbClr val="262626"/>
              </a:solidFill>
              <a:latin typeface="Calibri"/>
              <a:ea typeface="Calibri"/>
              <a:cs typeface="Calibri"/>
              <a:sym typeface="Calibri"/>
            </a:endParaRPr>
          </a:p>
          <a:p>
            <a:pPr marL="0" marR="0" lvl="0" indent="0" algn="l" rtl="0">
              <a:spcBef>
                <a:spcPts val="0"/>
              </a:spcBef>
              <a:spcAft>
                <a:spcPts val="0"/>
              </a:spcAft>
              <a:buNone/>
            </a:pPr>
            <a:r>
              <a:rPr lang="pt-BR" sz="1400" b="1" i="0" u="none" strike="noStrike" cap="none">
                <a:solidFill>
                  <a:srgbClr val="262626"/>
                </a:solidFill>
                <a:latin typeface="Calibri"/>
                <a:ea typeface="Calibri"/>
                <a:cs typeface="Calibri"/>
                <a:sym typeface="Calibri"/>
              </a:rPr>
              <a:t>Público alvo: </a:t>
            </a:r>
            <a:r>
              <a:rPr lang="pt-BR" sz="1400" b="0" i="0" u="none" strike="noStrike" cap="none">
                <a:solidFill>
                  <a:srgbClr val="262626"/>
                </a:solidFill>
                <a:latin typeface="Calibri"/>
                <a:ea typeface="Calibri"/>
                <a:cs typeface="Calibri"/>
                <a:sym typeface="Calibri"/>
              </a:rPr>
              <a:t>xxxxxxxxxxx xxxxxxxx xxxxxxxxxx xxxxxxxx xxxxxxxx xxxxx</a:t>
            </a:r>
            <a:endParaRPr sz="1400" b="1" i="0" u="none" strike="noStrike" cap="none">
              <a:solidFill>
                <a:srgbClr val="262626"/>
              </a:solidFill>
              <a:latin typeface="Calibri"/>
              <a:ea typeface="Calibri"/>
              <a:cs typeface="Calibri"/>
              <a:sym typeface="Calibri"/>
            </a:endParaRPr>
          </a:p>
          <a:p>
            <a:pPr marL="0" marR="0" lvl="0" indent="0" algn="l" rtl="0">
              <a:spcBef>
                <a:spcPts val="0"/>
              </a:spcBef>
              <a:spcAft>
                <a:spcPts val="0"/>
              </a:spcAft>
              <a:buNone/>
            </a:pPr>
            <a:r>
              <a:rPr lang="pt-BR" sz="1400" b="1" i="0" u="none" strike="noStrike" cap="none">
                <a:solidFill>
                  <a:srgbClr val="262626"/>
                </a:solidFill>
                <a:latin typeface="Calibri"/>
                <a:ea typeface="Calibri"/>
                <a:cs typeface="Calibri"/>
                <a:sym typeface="Calibri"/>
              </a:rPr>
              <a:t>Número de beneficiários: </a:t>
            </a:r>
            <a:r>
              <a:rPr lang="pt-BR" sz="1400" b="0" i="0" u="none" strike="noStrike" cap="none">
                <a:solidFill>
                  <a:srgbClr val="262626"/>
                </a:solidFill>
                <a:latin typeface="Calibri"/>
                <a:ea typeface="Calibri"/>
                <a:cs typeface="Calibri"/>
                <a:sym typeface="Calibri"/>
              </a:rPr>
              <a:t>xxxxxxxxxxx xxxxxxxx xxxxxxxxxx</a:t>
            </a:r>
            <a:endParaRPr sz="1400" b="1" i="0" u="none" strike="noStrike" cap="none">
              <a:solidFill>
                <a:srgbClr val="262626"/>
              </a:solidFill>
              <a:latin typeface="Calibri"/>
              <a:ea typeface="Calibri"/>
              <a:cs typeface="Calibri"/>
              <a:sym typeface="Calibri"/>
            </a:endParaRPr>
          </a:p>
          <a:p>
            <a:pPr marL="0" marR="0" lvl="0" indent="0" algn="l" rtl="0">
              <a:spcBef>
                <a:spcPts val="0"/>
              </a:spcBef>
              <a:spcAft>
                <a:spcPts val="0"/>
              </a:spcAft>
              <a:buNone/>
            </a:pPr>
            <a:r>
              <a:rPr lang="pt-BR" sz="1400" b="1" i="0" u="none" strike="noStrike" cap="none">
                <a:solidFill>
                  <a:srgbClr val="262626"/>
                </a:solidFill>
                <a:latin typeface="Calibri"/>
                <a:ea typeface="Calibri"/>
                <a:cs typeface="Calibri"/>
                <a:sym typeface="Calibri"/>
              </a:rPr>
              <a:t>Número de alunos: </a:t>
            </a:r>
            <a:r>
              <a:rPr lang="pt-BR" sz="1400" b="0" i="0" u="none" strike="noStrike" cap="none">
                <a:solidFill>
                  <a:srgbClr val="262626"/>
                </a:solidFill>
                <a:latin typeface="Calibri"/>
                <a:ea typeface="Calibri"/>
                <a:cs typeface="Calibri"/>
                <a:sym typeface="Calibri"/>
              </a:rPr>
              <a:t>xxxxxxxxxxx xxxxxxxx xxxxxxxxxx</a:t>
            </a:r>
            <a:endParaRPr sz="1400" b="1" i="0" u="none" strike="noStrike" cap="none">
              <a:solidFill>
                <a:srgbClr val="262626"/>
              </a:solidFill>
              <a:latin typeface="Calibri"/>
              <a:ea typeface="Calibri"/>
              <a:cs typeface="Calibri"/>
              <a:sym typeface="Calibri"/>
            </a:endParaRPr>
          </a:p>
          <a:p>
            <a:pPr marL="0" marR="0" lvl="0" indent="0" algn="l" rtl="0">
              <a:spcBef>
                <a:spcPts val="0"/>
              </a:spcBef>
              <a:spcAft>
                <a:spcPts val="0"/>
              </a:spcAft>
              <a:buNone/>
            </a:pPr>
            <a:endParaRPr sz="1800" b="1" i="0" u="none" strike="noStrike" cap="none">
              <a:solidFill>
                <a:srgbClr val="262626"/>
              </a:solidFill>
              <a:latin typeface="Calibri"/>
              <a:ea typeface="Calibri"/>
              <a:cs typeface="Calibri"/>
              <a:sym typeface="Calibri"/>
            </a:endParaRPr>
          </a:p>
          <a:p>
            <a:pPr marL="0" marR="0" lvl="0" indent="0" algn="l" rtl="0">
              <a:spcBef>
                <a:spcPts val="0"/>
              </a:spcBef>
              <a:spcAft>
                <a:spcPts val="0"/>
              </a:spcAft>
              <a:buNone/>
            </a:pPr>
            <a:endParaRPr sz="1800" b="1" i="0" u="none" strike="noStrike" cap="none">
              <a:solidFill>
                <a:srgbClr val="262626"/>
              </a:solidFill>
              <a:latin typeface="Calibri"/>
              <a:ea typeface="Calibri"/>
              <a:cs typeface="Calibri"/>
              <a:sym typeface="Calibri"/>
            </a:endParaRPr>
          </a:p>
          <a:p>
            <a:pPr marL="0" marR="0" lvl="0" indent="0" algn="l" rtl="0">
              <a:spcBef>
                <a:spcPts val="0"/>
              </a:spcBef>
              <a:spcAft>
                <a:spcPts val="0"/>
              </a:spcAft>
              <a:buNone/>
            </a:pPr>
            <a:endParaRPr sz="1800" b="1" i="0" u="none" strike="noStrike" cap="none">
              <a:solidFill>
                <a:srgbClr val="262626"/>
              </a:solidFill>
              <a:latin typeface="Calibri"/>
              <a:ea typeface="Calibri"/>
              <a:cs typeface="Calibri"/>
              <a:sym typeface="Calibri"/>
            </a:endParaRPr>
          </a:p>
        </p:txBody>
      </p:sp>
      <p:sp>
        <p:nvSpPr>
          <p:cNvPr id="28" name="Google Shape;28;p1"/>
          <p:cNvSpPr txBox="1"/>
          <p:nvPr/>
        </p:nvSpPr>
        <p:spPr>
          <a:xfrm>
            <a:off x="185737" y="182419"/>
            <a:ext cx="1835933" cy="7653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pt-BR" sz="2800" b="1" i="0" u="none" strike="noStrike" cap="none">
                <a:solidFill>
                  <a:schemeClr val="lt1"/>
                </a:solidFill>
                <a:latin typeface="Calibri"/>
                <a:ea typeface="Calibri"/>
                <a:cs typeface="Calibri"/>
                <a:sym typeface="Calibri"/>
              </a:rPr>
              <a:t>Título</a:t>
            </a:r>
            <a:endParaRPr sz="3375" b="1" i="0" u="none" strike="noStrike" cap="none">
              <a:solidFill>
                <a:schemeClr val="lt1"/>
              </a:solidFill>
              <a:latin typeface="Calibri"/>
              <a:ea typeface="Calibri"/>
              <a:cs typeface="Calibri"/>
              <a:sym typeface="Calibri"/>
            </a:endParaRPr>
          </a:p>
        </p:txBody>
      </p:sp>
      <p:sp>
        <p:nvSpPr>
          <p:cNvPr id="29" name="Google Shape;29;p1"/>
          <p:cNvSpPr txBox="1"/>
          <p:nvPr/>
        </p:nvSpPr>
        <p:spPr>
          <a:xfrm>
            <a:off x="401125" y="3774606"/>
            <a:ext cx="2863677" cy="5455340"/>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pt-BR" sz="135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a:t>
            </a:r>
            <a:r>
              <a:rPr lang="pt-BR" sz="1100" b="0" i="0" u="none" strike="noStrike" cap="none" dirty="0">
                <a:solidFill>
                  <a:schemeClr val="dk1"/>
                </a:solidFill>
                <a:latin typeface="Calibri"/>
                <a:ea typeface="Calibri"/>
                <a:cs typeface="Calibri"/>
                <a:sym typeface="Calibri"/>
              </a:rPr>
              <a:t>  nono non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a:t>
            </a:r>
            <a:r>
              <a:rPr lang="pt-BR" sz="1100" b="0" i="0" u="none" strike="noStrike" cap="none" dirty="0">
                <a:solidFill>
                  <a:schemeClr val="dk1"/>
                </a:solidFill>
                <a:latin typeface="Calibri"/>
                <a:ea typeface="Calibri"/>
                <a:cs typeface="Calibri"/>
                <a:sym typeface="Calibri"/>
              </a:rPr>
              <a:t> non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nono no </a:t>
            </a:r>
            <a:r>
              <a:rPr lang="pt-BR" sz="1100" b="0" i="0" u="none" strike="noStrike" cap="none" dirty="0" err="1">
                <a:solidFill>
                  <a:schemeClr val="dk1"/>
                </a:solidFill>
                <a:latin typeface="Calibri"/>
                <a:ea typeface="Calibri"/>
                <a:cs typeface="Calibri"/>
                <a:sym typeface="Calibri"/>
              </a:rPr>
              <a:t>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a:t>
            </a:r>
            <a:r>
              <a:rPr lang="pt-BR" sz="1100" b="0" i="0" u="none" strike="noStrike" cap="none" dirty="0">
                <a:solidFill>
                  <a:schemeClr val="dk1"/>
                </a:solidFill>
                <a:latin typeface="Calibri"/>
                <a:ea typeface="Calibri"/>
                <a:cs typeface="Calibri"/>
                <a:sym typeface="Calibri"/>
              </a:rPr>
              <a:t>  nono non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a:t>
            </a:r>
            <a:r>
              <a:rPr lang="pt-BR" sz="1100" b="0" i="0" u="none" strike="noStrike" cap="none" dirty="0">
                <a:solidFill>
                  <a:schemeClr val="dk1"/>
                </a:solidFill>
                <a:latin typeface="Calibri"/>
                <a:ea typeface="Calibri"/>
                <a:cs typeface="Calibri"/>
                <a:sym typeface="Calibri"/>
              </a:rPr>
              <a:t> non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nono no </a:t>
            </a:r>
            <a:r>
              <a:rPr lang="pt-BR" sz="1100" b="0" i="0" u="none" strike="noStrike" cap="none" dirty="0" err="1">
                <a:solidFill>
                  <a:schemeClr val="dk1"/>
                </a:solidFill>
                <a:latin typeface="Calibri"/>
                <a:ea typeface="Calibri"/>
                <a:cs typeface="Calibri"/>
                <a:sym typeface="Calibri"/>
              </a:rPr>
              <a:t>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a:t>
            </a:r>
            <a:r>
              <a:rPr lang="pt-BR" sz="1100" b="0" i="0" u="none" strike="noStrike" cap="none" dirty="0">
                <a:solidFill>
                  <a:schemeClr val="dk1"/>
                </a:solidFill>
                <a:latin typeface="Calibri"/>
                <a:ea typeface="Calibri"/>
                <a:cs typeface="Calibri"/>
                <a:sym typeface="Calibri"/>
              </a:rPr>
              <a:t>  nono non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a:t>
            </a:r>
            <a:r>
              <a:rPr lang="pt-BR" sz="1100" b="0" i="0" u="none" strike="noStrike" cap="none" dirty="0">
                <a:solidFill>
                  <a:schemeClr val="dk1"/>
                </a:solidFill>
                <a:latin typeface="Calibri"/>
                <a:ea typeface="Calibri"/>
                <a:cs typeface="Calibri"/>
                <a:sym typeface="Calibri"/>
              </a:rPr>
              <a:t> non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nono no </a:t>
            </a:r>
            <a:r>
              <a:rPr lang="pt-BR" sz="1100" b="0" i="0" u="none" strike="noStrike" cap="none" dirty="0" err="1">
                <a:solidFill>
                  <a:schemeClr val="dk1"/>
                </a:solidFill>
                <a:latin typeface="Calibri"/>
                <a:ea typeface="Calibri"/>
                <a:cs typeface="Calibri"/>
                <a:sym typeface="Calibri"/>
              </a:rPr>
              <a:t>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a:t>
            </a:r>
            <a:r>
              <a:rPr lang="pt-BR" sz="1100" b="0" i="0" u="none" strike="noStrike" cap="none" dirty="0">
                <a:solidFill>
                  <a:schemeClr val="dk1"/>
                </a:solidFill>
                <a:latin typeface="Calibri"/>
                <a:ea typeface="Calibri"/>
                <a:cs typeface="Calibri"/>
                <a:sym typeface="Calibri"/>
              </a:rPr>
              <a:t> nono no </a:t>
            </a:r>
            <a:r>
              <a:rPr lang="pt-BR" sz="1100" b="0" i="0" u="none" strike="noStrike" cap="none" dirty="0" err="1">
                <a:solidFill>
                  <a:schemeClr val="dk1"/>
                </a:solidFill>
                <a:latin typeface="Calibri"/>
                <a:ea typeface="Calibri"/>
                <a:cs typeface="Calibri"/>
                <a:sym typeface="Calibri"/>
              </a:rPr>
              <a:t>ononoo</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a:t>
            </a:r>
            <a:r>
              <a:rPr lang="pt-BR" sz="1100" b="0" i="0" u="none" strike="noStrike" cap="none" dirty="0">
                <a:solidFill>
                  <a:schemeClr val="dk1"/>
                </a:solidFill>
                <a:latin typeface="Calibri"/>
                <a:ea typeface="Calibri"/>
                <a:cs typeface="Calibri"/>
                <a:sym typeface="Calibri"/>
              </a:rPr>
              <a:t>  nono non </a:t>
            </a:r>
            <a:r>
              <a:rPr lang="pt-BR" sz="1100">
                <a:solidFill>
                  <a:schemeClr val="dk1"/>
                </a:solidFill>
                <a:latin typeface="Calibri"/>
                <a:ea typeface="Calibri"/>
                <a:cs typeface="Calibri"/>
                <a:sym typeface="Calibri"/>
              </a:rPr>
              <a:t>onoonon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a:t>
            </a:r>
            <a:r>
              <a:rPr lang="pt-BR" sz="1100" b="0" i="0" u="none" strike="noStrike" cap="none" dirty="0">
                <a:solidFill>
                  <a:schemeClr val="dk1"/>
                </a:solidFill>
                <a:latin typeface="Calibri"/>
                <a:ea typeface="Calibri"/>
                <a:cs typeface="Calibri"/>
                <a:sym typeface="Calibri"/>
              </a:rPr>
              <a:t> non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nono no </a:t>
            </a:r>
            <a:r>
              <a:rPr lang="pt-BR" sz="1100" b="0" i="0" u="none" strike="noStrike" cap="none" dirty="0" err="1">
                <a:solidFill>
                  <a:schemeClr val="dk1"/>
                </a:solidFill>
                <a:latin typeface="Calibri"/>
                <a:ea typeface="Calibri"/>
                <a:cs typeface="Calibri"/>
                <a:sym typeface="Calibri"/>
              </a:rPr>
              <a:t>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a:t>
            </a:r>
            <a:r>
              <a:rPr lang="pt-BR" sz="1100" b="0" i="0" u="none" strike="noStrike" cap="none" dirty="0">
                <a:solidFill>
                  <a:schemeClr val="dk1"/>
                </a:solidFill>
                <a:latin typeface="Calibri"/>
                <a:ea typeface="Calibri"/>
                <a:cs typeface="Calibri"/>
                <a:sym typeface="Calibri"/>
              </a:rPr>
              <a:t>  nono non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a:t>
            </a:r>
            <a:r>
              <a:rPr lang="pt-BR" sz="1100" b="0" i="0" u="none" strike="noStrike" cap="none" dirty="0">
                <a:solidFill>
                  <a:schemeClr val="dk1"/>
                </a:solidFill>
                <a:latin typeface="Calibri"/>
                <a:ea typeface="Calibri"/>
                <a:cs typeface="Calibri"/>
                <a:sym typeface="Calibri"/>
              </a:rPr>
              <a:t> non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nono no </a:t>
            </a:r>
            <a:r>
              <a:rPr lang="pt-BR" sz="1100" b="0" i="0" u="none" strike="noStrike" cap="none" dirty="0" err="1">
                <a:solidFill>
                  <a:schemeClr val="dk1"/>
                </a:solidFill>
                <a:latin typeface="Calibri"/>
                <a:ea typeface="Calibri"/>
                <a:cs typeface="Calibri"/>
                <a:sym typeface="Calibri"/>
              </a:rPr>
              <a:t>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a:t>
            </a:r>
            <a:r>
              <a:rPr lang="pt-BR" sz="1100" b="0" i="0" u="none" strike="noStrike" cap="none" dirty="0">
                <a:solidFill>
                  <a:schemeClr val="dk1"/>
                </a:solidFill>
                <a:latin typeface="Calibri"/>
                <a:ea typeface="Calibri"/>
                <a:cs typeface="Calibri"/>
                <a:sym typeface="Calibri"/>
              </a:rPr>
              <a:t>  nono non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a:t>
            </a:r>
            <a:r>
              <a:rPr lang="pt-BR" sz="1100" b="0" i="0" u="none" strike="noStrike" cap="none" dirty="0">
                <a:solidFill>
                  <a:schemeClr val="dk1"/>
                </a:solidFill>
                <a:latin typeface="Calibri"/>
                <a:ea typeface="Calibri"/>
                <a:cs typeface="Calibri"/>
                <a:sym typeface="Calibri"/>
              </a:rPr>
              <a:t> non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nono no </a:t>
            </a:r>
            <a:r>
              <a:rPr lang="pt-BR" sz="1100" b="0" i="0" u="none" strike="noStrike" cap="none" dirty="0" err="1">
                <a:solidFill>
                  <a:schemeClr val="dk1"/>
                </a:solidFill>
                <a:latin typeface="Calibri"/>
                <a:ea typeface="Calibri"/>
                <a:cs typeface="Calibri"/>
                <a:sym typeface="Calibri"/>
              </a:rPr>
              <a:t>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a:t>
            </a:r>
            <a:r>
              <a:rPr lang="pt-BR" sz="1100" b="0" i="0" u="none" strike="noStrike" cap="none" dirty="0">
                <a:solidFill>
                  <a:schemeClr val="dk1"/>
                </a:solidFill>
                <a:latin typeface="Calibri"/>
                <a:ea typeface="Calibri"/>
                <a:cs typeface="Calibri"/>
                <a:sym typeface="Calibri"/>
              </a:rPr>
              <a:t>  nono non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a:t>
            </a:r>
            <a:r>
              <a:rPr lang="pt-BR" sz="1100" b="0" i="0" u="none" strike="noStrike" cap="none" dirty="0">
                <a:solidFill>
                  <a:schemeClr val="dk1"/>
                </a:solidFill>
                <a:latin typeface="Calibri"/>
                <a:ea typeface="Calibri"/>
                <a:cs typeface="Calibri"/>
                <a:sym typeface="Calibri"/>
              </a:rPr>
              <a:t> non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nono no </a:t>
            </a:r>
            <a:r>
              <a:rPr lang="pt-BR" sz="1100" b="0" i="0" u="none" strike="noStrike" cap="none" dirty="0" err="1">
                <a:solidFill>
                  <a:schemeClr val="dk1"/>
                </a:solidFill>
                <a:latin typeface="Calibri"/>
                <a:ea typeface="Calibri"/>
                <a:cs typeface="Calibri"/>
                <a:sym typeface="Calibri"/>
              </a:rPr>
              <a:t>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a:t>
            </a:r>
            <a:r>
              <a:rPr lang="pt-BR" sz="1100" b="0" i="0" u="none" strike="noStrike" cap="none" dirty="0">
                <a:solidFill>
                  <a:schemeClr val="dk1"/>
                </a:solidFill>
                <a:latin typeface="Calibri"/>
                <a:ea typeface="Calibri"/>
                <a:cs typeface="Calibri"/>
                <a:sym typeface="Calibri"/>
              </a:rPr>
              <a:t> nono no </a:t>
            </a:r>
            <a:r>
              <a:rPr lang="pt-BR" sz="1100" b="0" i="0" u="none" strike="noStrike" cap="none" dirty="0" err="1">
                <a:solidFill>
                  <a:schemeClr val="dk1"/>
                </a:solidFill>
                <a:latin typeface="Calibri"/>
                <a:ea typeface="Calibri"/>
                <a:cs typeface="Calibri"/>
                <a:sym typeface="Calibri"/>
              </a:rPr>
              <a:t>ononoo</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a:t>
            </a:r>
            <a:r>
              <a:rPr lang="pt-BR" sz="1100" b="0" i="0" u="none" strike="noStrike" cap="none" dirty="0">
                <a:solidFill>
                  <a:schemeClr val="dk1"/>
                </a:solidFill>
                <a:latin typeface="Calibri"/>
                <a:ea typeface="Calibri"/>
                <a:cs typeface="Calibri"/>
                <a:sym typeface="Calibri"/>
              </a:rPr>
              <a:t>  nono non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a:t>
            </a:r>
            <a:r>
              <a:rPr lang="pt-BR" sz="1100" b="0" i="0" u="none" strike="noStrike" cap="none" dirty="0">
                <a:solidFill>
                  <a:schemeClr val="dk1"/>
                </a:solidFill>
                <a:latin typeface="Calibri"/>
                <a:ea typeface="Calibri"/>
                <a:cs typeface="Calibri"/>
                <a:sym typeface="Calibri"/>
              </a:rPr>
              <a:t> non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nono no </a:t>
            </a:r>
            <a:r>
              <a:rPr lang="pt-BR" sz="1100" b="0" i="0" u="none" strike="noStrike" cap="none" dirty="0" err="1">
                <a:solidFill>
                  <a:schemeClr val="dk1"/>
                </a:solidFill>
                <a:latin typeface="Calibri"/>
                <a:ea typeface="Calibri"/>
                <a:cs typeface="Calibri"/>
                <a:sym typeface="Calibri"/>
              </a:rPr>
              <a:t>nononon</a:t>
            </a:r>
            <a:r>
              <a:rPr lang="pt-BR" sz="1100" b="0" i="0" u="none" strike="noStrike" cap="none" dirty="0">
                <a:solidFill>
                  <a:schemeClr val="dk1"/>
                </a:solidFill>
                <a:latin typeface="Calibri"/>
                <a:ea typeface="Calibri"/>
                <a:cs typeface="Calibri"/>
                <a:sym typeface="Calibri"/>
              </a:rPr>
              <a:t>. . </a:t>
            </a:r>
            <a:r>
              <a:rPr lang="pt-BR" sz="1100" b="0" i="0" u="none" strike="noStrike" cap="none" dirty="0" err="1">
                <a:solidFill>
                  <a:schemeClr val="dk1"/>
                </a:solidFill>
                <a:latin typeface="Calibri"/>
                <a:ea typeface="Calibri"/>
                <a:cs typeface="Calibri"/>
                <a:sym typeface="Calibri"/>
              </a:rPr>
              <a:t>Nonononon</a:t>
            </a:r>
            <a:r>
              <a:rPr lang="pt-BR" sz="1100" b="0" i="0" u="none" strike="noStrike" cap="none" dirty="0">
                <a:solidFill>
                  <a:schemeClr val="dk1"/>
                </a:solidFill>
                <a:latin typeface="Calibri"/>
                <a:ea typeface="Calibri"/>
                <a:cs typeface="Calibri"/>
                <a:sym typeface="Calibri"/>
              </a:rPr>
              <a:t>  nono non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nononononononon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a:t>
            </a:r>
            <a:r>
              <a:rPr lang="pt-BR" sz="1100" b="0" i="0" u="none" strike="noStrike" cap="none" dirty="0" err="1">
                <a:solidFill>
                  <a:schemeClr val="dk1"/>
                </a:solidFill>
                <a:latin typeface="Calibri"/>
                <a:ea typeface="Calibri"/>
                <a:cs typeface="Calibri"/>
                <a:sym typeface="Calibri"/>
              </a:rPr>
              <a:t>nononono</a:t>
            </a:r>
            <a:r>
              <a:rPr lang="pt-BR" sz="1100" b="0" i="0" u="none" strike="noStrike" cap="none" dirty="0">
                <a:solidFill>
                  <a:schemeClr val="dk1"/>
                </a:solidFill>
                <a:latin typeface="Calibri"/>
                <a:ea typeface="Calibri"/>
                <a:cs typeface="Calibri"/>
                <a:sym typeface="Calibri"/>
              </a:rPr>
              <a:t> non </a:t>
            </a:r>
            <a:r>
              <a:rPr lang="pt-BR" sz="1100" b="0" i="0" u="none" strike="noStrike" cap="none" dirty="0" err="1">
                <a:solidFill>
                  <a:schemeClr val="dk1"/>
                </a:solidFill>
                <a:latin typeface="Calibri"/>
                <a:ea typeface="Calibri"/>
                <a:cs typeface="Calibri"/>
                <a:sym typeface="Calibri"/>
              </a:rPr>
              <a:t>ono</a:t>
            </a:r>
            <a:r>
              <a:rPr lang="pt-BR" sz="1100" b="0" i="0" u="none" strike="noStrike" cap="none" dirty="0">
                <a:solidFill>
                  <a:schemeClr val="dk1"/>
                </a:solidFill>
                <a:latin typeface="Calibri"/>
                <a:ea typeface="Calibri"/>
                <a:cs typeface="Calibri"/>
                <a:sym typeface="Calibri"/>
              </a:rPr>
              <a:t> nono no </a:t>
            </a:r>
            <a:r>
              <a:rPr lang="pt-BR" sz="1100" b="0" i="0" u="none" strike="noStrike" cap="none" dirty="0" err="1">
                <a:solidFill>
                  <a:schemeClr val="dk1"/>
                </a:solidFill>
                <a:latin typeface="Calibri"/>
                <a:ea typeface="Calibri"/>
                <a:cs typeface="Calibri"/>
                <a:sym typeface="Calibri"/>
              </a:rPr>
              <a:t>nononon</a:t>
            </a:r>
            <a:r>
              <a:rPr lang="pt-BR" sz="1100" b="0" i="0" u="none" strike="noStrike" cap="none" dirty="0">
                <a:solidFill>
                  <a:schemeClr val="dk1"/>
                </a:solidFill>
                <a:latin typeface="Calibri"/>
                <a:ea typeface="Calibri"/>
                <a:cs typeface="Calibri"/>
                <a:sym typeface="Calibri"/>
              </a:rPr>
              <a:t>. </a:t>
            </a:r>
            <a:endParaRPr lang="pt-BR" sz="1350" b="0" i="0" u="none" strike="noStrike" cap="none">
              <a:solidFill>
                <a:schemeClr val="dk1"/>
              </a:solidFill>
              <a:latin typeface="Calibri"/>
              <a:ea typeface="Calibri"/>
              <a:cs typeface="Calibri"/>
            </a:endParaRPr>
          </a:p>
        </p:txBody>
      </p:sp>
      <p:grpSp>
        <p:nvGrpSpPr>
          <p:cNvPr id="30" name="Google Shape;30;p1" title="Título da Seção"/>
          <p:cNvGrpSpPr/>
          <p:nvPr/>
        </p:nvGrpSpPr>
        <p:grpSpPr>
          <a:xfrm>
            <a:off x="4497634" y="6658208"/>
            <a:ext cx="2374474" cy="627751"/>
            <a:chOff x="2558156" y="8047174"/>
            <a:chExt cx="4221287" cy="1116002"/>
          </a:xfrm>
        </p:grpSpPr>
        <p:sp>
          <p:nvSpPr>
            <p:cNvPr id="31" name="Google Shape;31;p1"/>
            <p:cNvSpPr/>
            <p:nvPr/>
          </p:nvSpPr>
          <p:spPr>
            <a:xfrm rot="5400000" flipH="1">
              <a:off x="4023509" y="7617349"/>
              <a:ext cx="216000" cy="2875653"/>
            </a:xfrm>
            <a:prstGeom prst="rect">
              <a:avLst/>
            </a:prstGeom>
            <a:solidFill>
              <a:schemeClr val="dk1">
                <a:alpha val="784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597" b="0" i="0" u="none" strike="noStrike" cap="none">
                <a:solidFill>
                  <a:schemeClr val="lt1"/>
                </a:solidFill>
                <a:latin typeface="Calibri"/>
                <a:ea typeface="Calibri"/>
                <a:cs typeface="Calibri"/>
                <a:sym typeface="Calibri"/>
              </a:endParaRPr>
            </a:p>
          </p:txBody>
        </p:sp>
        <p:sp>
          <p:nvSpPr>
            <p:cNvPr id="32" name="Google Shape;32;p1"/>
            <p:cNvSpPr/>
            <p:nvPr/>
          </p:nvSpPr>
          <p:spPr>
            <a:xfrm rot="5400000" flipH="1">
              <a:off x="6600996" y="8932453"/>
              <a:ext cx="225472" cy="126660"/>
            </a:xfrm>
            <a:custGeom>
              <a:avLst/>
              <a:gdLst/>
              <a:ahLst/>
              <a:cxnLst/>
              <a:rect l="l" t="t" r="r" b="b"/>
              <a:pathLst>
                <a:path w="221030" h="126660" extrusionOk="0">
                  <a:moveTo>
                    <a:pt x="221030" y="0"/>
                  </a:moveTo>
                  <a:lnTo>
                    <a:pt x="221030" y="126660"/>
                  </a:lnTo>
                  <a:lnTo>
                    <a:pt x="0" y="126660"/>
                  </a:lnTo>
                  <a:lnTo>
                    <a:pt x="992" y="121750"/>
                  </a:lnTo>
                  <a:cubicBezTo>
                    <a:pt x="31254" y="50203"/>
                    <a:pt x="102099" y="0"/>
                    <a:pt x="184669" y="0"/>
                  </a:cubicBezTo>
                  <a:close/>
                </a:path>
              </a:pathLst>
            </a:custGeom>
            <a:solidFill>
              <a:srgbClr val="262626"/>
            </a:solidFill>
            <a:ln>
              <a:noFill/>
            </a:ln>
          </p:spPr>
          <p:txBody>
            <a:bodyPr spcFirstLastPara="1" wrap="square" lIns="51425" tIns="25700" rIns="51425" bIns="25700" anchor="ctr" anchorCtr="0">
              <a:noAutofit/>
            </a:bodyPr>
            <a:lstStyle/>
            <a:p>
              <a:pPr marL="0" marR="0" lvl="0" indent="0" algn="ctr" rtl="0">
                <a:spcBef>
                  <a:spcPts val="0"/>
                </a:spcBef>
                <a:spcAft>
                  <a:spcPts val="0"/>
                </a:spcAft>
                <a:buNone/>
              </a:pPr>
              <a:endParaRPr sz="597" b="0" i="0" u="none" strike="noStrike" cap="none">
                <a:solidFill>
                  <a:schemeClr val="lt1"/>
                </a:solidFill>
                <a:latin typeface="Calibri"/>
                <a:ea typeface="Calibri"/>
                <a:cs typeface="Calibri"/>
                <a:sym typeface="Calibri"/>
              </a:endParaRPr>
            </a:p>
          </p:txBody>
        </p:sp>
        <p:sp>
          <p:nvSpPr>
            <p:cNvPr id="33" name="Google Shape;33;p1"/>
            <p:cNvSpPr/>
            <p:nvPr/>
          </p:nvSpPr>
          <p:spPr>
            <a:xfrm flipH="1">
              <a:off x="5569337" y="8912229"/>
              <a:ext cx="1083443" cy="162657"/>
            </a:xfrm>
            <a:prstGeom prst="rect">
              <a:avLst/>
            </a:prstGeom>
            <a:solidFill>
              <a:schemeClr val="dk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597" b="0" i="0" u="none" strike="noStrike" cap="none">
                <a:solidFill>
                  <a:schemeClr val="lt1"/>
                </a:solidFill>
                <a:latin typeface="Calibri"/>
                <a:ea typeface="Calibri"/>
                <a:cs typeface="Calibri"/>
                <a:sym typeface="Calibri"/>
              </a:endParaRPr>
            </a:p>
          </p:txBody>
        </p:sp>
        <p:sp>
          <p:nvSpPr>
            <p:cNvPr id="34" name="Google Shape;34;p1"/>
            <p:cNvSpPr/>
            <p:nvPr/>
          </p:nvSpPr>
          <p:spPr>
            <a:xfrm rot="5400000" flipH="1">
              <a:off x="4218799" y="6386530"/>
              <a:ext cx="900000" cy="4221287"/>
            </a:xfrm>
            <a:prstGeom prst="round2SameRect">
              <a:avLst>
                <a:gd name="adj1" fmla="val 7001"/>
                <a:gd name="adj2" fmla="val 0"/>
              </a:avLst>
            </a:prstGeom>
            <a:solidFill>
              <a:srgbClr val="7F001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597" b="0" i="0" u="none" strike="noStrike" cap="none">
                <a:solidFill>
                  <a:schemeClr val="lt1"/>
                </a:solidFill>
                <a:latin typeface="Calibri"/>
                <a:ea typeface="Calibri"/>
                <a:cs typeface="Calibri"/>
                <a:sym typeface="Calibri"/>
              </a:endParaRPr>
            </a:p>
          </p:txBody>
        </p:sp>
        <p:sp>
          <p:nvSpPr>
            <p:cNvPr id="35" name="Google Shape;35;p1"/>
            <p:cNvSpPr txBox="1"/>
            <p:nvPr/>
          </p:nvSpPr>
          <p:spPr>
            <a:xfrm flipH="1">
              <a:off x="2693680" y="8137172"/>
              <a:ext cx="3175093" cy="720000"/>
            </a:xfrm>
            <a:prstGeom prst="rect">
              <a:avLst/>
            </a:prstGeom>
            <a:gradFill>
              <a:gsLst>
                <a:gs pos="0">
                  <a:schemeClr val="dk1"/>
                </a:gs>
                <a:gs pos="100000">
                  <a:schemeClr val="dk1"/>
                </a:gs>
              </a:gsLst>
              <a:lin ang="0" scaled="0"/>
            </a:gradFill>
            <a:ln>
              <a:noFill/>
            </a:ln>
          </p:spPr>
          <p:txBody>
            <a:bodyPr spcFirstLastPara="1" wrap="square" lIns="81000" tIns="0" rIns="81000" bIns="0" anchor="ctr" anchorCtr="0">
              <a:noAutofit/>
            </a:bodyPr>
            <a:lstStyle/>
            <a:p>
              <a:pPr marL="0" marR="0" lvl="0" indent="0" algn="l" rtl="0">
                <a:spcBef>
                  <a:spcPts val="0"/>
                </a:spcBef>
                <a:spcAft>
                  <a:spcPts val="0"/>
                </a:spcAft>
                <a:buNone/>
              </a:pPr>
              <a:r>
                <a:rPr lang="pt-BR" sz="1600" b="1" i="0" u="none" strike="noStrike" cap="none">
                  <a:solidFill>
                    <a:schemeClr val="lt1"/>
                  </a:solidFill>
                  <a:latin typeface="Calibri"/>
                  <a:ea typeface="Calibri"/>
                  <a:cs typeface="Calibri"/>
                  <a:sym typeface="Calibri"/>
                </a:rPr>
                <a:t>Resultados</a:t>
              </a:r>
              <a:endParaRPr sz="1600" b="1" i="0" u="none" strike="noStrike" cap="none">
                <a:solidFill>
                  <a:schemeClr val="lt1"/>
                </a:solidFill>
                <a:latin typeface="Calibri"/>
                <a:ea typeface="Calibri"/>
                <a:cs typeface="Calibri"/>
                <a:sym typeface="Calibri"/>
              </a:endParaRPr>
            </a:p>
          </p:txBody>
        </p:sp>
      </p:grpSp>
      <p:grpSp>
        <p:nvGrpSpPr>
          <p:cNvPr id="36" name="Google Shape;36;p1" title="Título da Seção"/>
          <p:cNvGrpSpPr/>
          <p:nvPr/>
        </p:nvGrpSpPr>
        <p:grpSpPr>
          <a:xfrm>
            <a:off x="-9463" y="2956263"/>
            <a:ext cx="2374474" cy="626130"/>
            <a:chOff x="5431609" y="10407788"/>
            <a:chExt cx="4221287" cy="1113120"/>
          </a:xfrm>
        </p:grpSpPr>
        <p:sp>
          <p:nvSpPr>
            <p:cNvPr id="37" name="Google Shape;37;p1"/>
            <p:cNvSpPr/>
            <p:nvPr/>
          </p:nvSpPr>
          <p:spPr>
            <a:xfrm rot="-5400000">
              <a:off x="7971543" y="9975081"/>
              <a:ext cx="216000" cy="2875653"/>
            </a:xfrm>
            <a:prstGeom prst="rect">
              <a:avLst/>
            </a:prstGeom>
            <a:solidFill>
              <a:schemeClr val="dk1">
                <a:alpha val="784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597" b="0" i="0" u="none" strike="noStrike" cap="none">
                <a:solidFill>
                  <a:schemeClr val="lt1"/>
                </a:solidFill>
                <a:latin typeface="Calibri"/>
                <a:ea typeface="Calibri"/>
                <a:cs typeface="Calibri"/>
                <a:sym typeface="Calibri"/>
              </a:endParaRPr>
            </a:p>
          </p:txBody>
        </p:sp>
        <p:sp>
          <p:nvSpPr>
            <p:cNvPr id="38" name="Google Shape;38;p1"/>
            <p:cNvSpPr/>
            <p:nvPr/>
          </p:nvSpPr>
          <p:spPr>
            <a:xfrm rot="-5400000">
              <a:off x="5384583" y="11293067"/>
              <a:ext cx="225472" cy="126660"/>
            </a:xfrm>
            <a:custGeom>
              <a:avLst/>
              <a:gdLst/>
              <a:ahLst/>
              <a:cxnLst/>
              <a:rect l="l" t="t" r="r" b="b"/>
              <a:pathLst>
                <a:path w="221030" h="126660" extrusionOk="0">
                  <a:moveTo>
                    <a:pt x="221030" y="0"/>
                  </a:moveTo>
                  <a:lnTo>
                    <a:pt x="221030" y="126660"/>
                  </a:lnTo>
                  <a:lnTo>
                    <a:pt x="0" y="126660"/>
                  </a:lnTo>
                  <a:lnTo>
                    <a:pt x="992" y="121750"/>
                  </a:lnTo>
                  <a:cubicBezTo>
                    <a:pt x="31254" y="50203"/>
                    <a:pt x="102099" y="0"/>
                    <a:pt x="184669" y="0"/>
                  </a:cubicBezTo>
                  <a:close/>
                </a:path>
              </a:pathLst>
            </a:custGeom>
            <a:solidFill>
              <a:srgbClr val="262626"/>
            </a:solidFill>
            <a:ln>
              <a:noFill/>
            </a:ln>
          </p:spPr>
          <p:txBody>
            <a:bodyPr spcFirstLastPara="1" wrap="square" lIns="51425" tIns="25700" rIns="51425" bIns="25700" anchor="ctr" anchorCtr="0">
              <a:noAutofit/>
            </a:bodyPr>
            <a:lstStyle/>
            <a:p>
              <a:pPr marL="0" marR="0" lvl="0" indent="0" algn="ctr" rtl="0">
                <a:spcBef>
                  <a:spcPts val="0"/>
                </a:spcBef>
                <a:spcAft>
                  <a:spcPts val="0"/>
                </a:spcAft>
                <a:buNone/>
              </a:pPr>
              <a:endParaRPr sz="597" b="0" i="0" u="none" strike="noStrike" cap="none">
                <a:solidFill>
                  <a:schemeClr val="lt1"/>
                </a:solidFill>
                <a:latin typeface="Calibri"/>
                <a:ea typeface="Calibri"/>
                <a:cs typeface="Calibri"/>
                <a:sym typeface="Calibri"/>
              </a:endParaRPr>
            </a:p>
          </p:txBody>
        </p:sp>
        <p:sp>
          <p:nvSpPr>
            <p:cNvPr id="39" name="Google Shape;39;p1"/>
            <p:cNvSpPr/>
            <p:nvPr/>
          </p:nvSpPr>
          <p:spPr>
            <a:xfrm>
              <a:off x="5558271" y="11272843"/>
              <a:ext cx="1083443" cy="162657"/>
            </a:xfrm>
            <a:prstGeom prst="rect">
              <a:avLst/>
            </a:prstGeom>
            <a:solidFill>
              <a:schemeClr val="dk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597" b="0" i="0" u="none" strike="noStrike" cap="none">
                <a:solidFill>
                  <a:schemeClr val="lt1"/>
                </a:solidFill>
                <a:latin typeface="Calibri"/>
                <a:ea typeface="Calibri"/>
                <a:cs typeface="Calibri"/>
                <a:sym typeface="Calibri"/>
              </a:endParaRPr>
            </a:p>
          </p:txBody>
        </p:sp>
        <p:sp>
          <p:nvSpPr>
            <p:cNvPr id="40" name="Google Shape;40;p1"/>
            <p:cNvSpPr/>
            <p:nvPr/>
          </p:nvSpPr>
          <p:spPr>
            <a:xfrm rot="-5400000">
              <a:off x="7092252" y="8747144"/>
              <a:ext cx="900000" cy="4221287"/>
            </a:xfrm>
            <a:prstGeom prst="round2SameRect">
              <a:avLst>
                <a:gd name="adj1" fmla="val 7001"/>
                <a:gd name="adj2" fmla="val 0"/>
              </a:avLst>
            </a:prstGeom>
            <a:solidFill>
              <a:srgbClr val="7F001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597" b="0" i="0" u="none" strike="noStrike" cap="none">
                <a:solidFill>
                  <a:schemeClr val="lt1"/>
                </a:solidFill>
                <a:latin typeface="Calibri"/>
                <a:ea typeface="Calibri"/>
                <a:cs typeface="Calibri"/>
                <a:sym typeface="Calibri"/>
              </a:endParaRPr>
            </a:p>
          </p:txBody>
        </p:sp>
        <p:sp>
          <p:nvSpPr>
            <p:cNvPr id="41" name="Google Shape;41;p1"/>
            <p:cNvSpPr txBox="1"/>
            <p:nvPr/>
          </p:nvSpPr>
          <p:spPr>
            <a:xfrm>
              <a:off x="6372940" y="10497786"/>
              <a:ext cx="3188090" cy="720000"/>
            </a:xfrm>
            <a:prstGeom prst="rect">
              <a:avLst/>
            </a:prstGeom>
            <a:gradFill>
              <a:gsLst>
                <a:gs pos="0">
                  <a:schemeClr val="dk1"/>
                </a:gs>
                <a:gs pos="100000">
                  <a:schemeClr val="dk1"/>
                </a:gs>
              </a:gsLst>
              <a:lin ang="0" scaled="0"/>
            </a:gradFill>
            <a:ln>
              <a:noFill/>
            </a:ln>
          </p:spPr>
          <p:txBody>
            <a:bodyPr spcFirstLastPara="1" wrap="square" lIns="81000" tIns="0" rIns="81000" bIns="0" anchor="ctr" anchorCtr="0">
              <a:noAutofit/>
            </a:bodyPr>
            <a:lstStyle/>
            <a:p>
              <a:pPr marL="0" marR="0" lvl="0" indent="0" algn="l" rtl="0">
                <a:spcBef>
                  <a:spcPts val="0"/>
                </a:spcBef>
                <a:spcAft>
                  <a:spcPts val="0"/>
                </a:spcAft>
                <a:buNone/>
              </a:pPr>
              <a:r>
                <a:rPr lang="pt-BR" sz="1600" b="1" i="0" u="none" strike="noStrike" cap="none">
                  <a:solidFill>
                    <a:schemeClr val="lt1"/>
                  </a:solidFill>
                  <a:latin typeface="Calibri"/>
                  <a:ea typeface="Calibri"/>
                  <a:cs typeface="Calibri"/>
                  <a:sym typeface="Calibri"/>
                </a:rPr>
                <a:t>Resumo</a:t>
              </a:r>
              <a:endParaRPr sz="1600" b="1" i="0" u="none" strike="noStrike" cap="none">
                <a:solidFill>
                  <a:schemeClr val="lt1"/>
                </a:solidFill>
                <a:latin typeface="Calibri"/>
                <a:ea typeface="Calibri"/>
                <a:cs typeface="Calibri"/>
                <a:sym typeface="Calibri"/>
              </a:endParaRPr>
            </a:p>
          </p:txBody>
        </p:sp>
      </p:grpSp>
      <p:grpSp>
        <p:nvGrpSpPr>
          <p:cNvPr id="42" name="Google Shape;42;p1" descr="Cor da legenda&#10;"/>
          <p:cNvGrpSpPr/>
          <p:nvPr/>
        </p:nvGrpSpPr>
        <p:grpSpPr>
          <a:xfrm>
            <a:off x="3661951" y="7369677"/>
            <a:ext cx="97170" cy="96441"/>
            <a:chOff x="156376" y="14057835"/>
            <a:chExt cx="172747" cy="171451"/>
          </a:xfrm>
        </p:grpSpPr>
        <p:sp>
          <p:nvSpPr>
            <p:cNvPr id="43" name="Google Shape;43;p1" descr="Sombra do indicador de legenda&#10;"/>
            <p:cNvSpPr/>
            <p:nvPr/>
          </p:nvSpPr>
          <p:spPr>
            <a:xfrm>
              <a:off x="194474" y="14094637"/>
              <a:ext cx="134649" cy="134649"/>
            </a:xfrm>
            <a:prstGeom prst="rect">
              <a:avLst/>
            </a:prstGeom>
            <a:solidFill>
              <a:schemeClr val="dk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597" b="0" i="0" u="none" strike="noStrike" cap="none">
                <a:solidFill>
                  <a:srgbClr val="262626"/>
                </a:solidFill>
                <a:latin typeface="Calibri"/>
                <a:ea typeface="Calibri"/>
                <a:cs typeface="Calibri"/>
                <a:sym typeface="Calibri"/>
              </a:endParaRPr>
            </a:p>
          </p:txBody>
        </p:sp>
        <p:sp>
          <p:nvSpPr>
            <p:cNvPr id="44" name="Google Shape;44;p1" descr="Indicador de legenda"/>
            <p:cNvSpPr/>
            <p:nvPr/>
          </p:nvSpPr>
          <p:spPr>
            <a:xfrm>
              <a:off x="156376" y="14057835"/>
              <a:ext cx="134649" cy="134649"/>
            </a:xfrm>
            <a:prstGeom prst="rect">
              <a:avLst/>
            </a:prstGeom>
            <a:solidFill>
              <a:srgbClr val="7F001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597" b="0" i="0" u="none" strike="noStrike" cap="none">
                <a:solidFill>
                  <a:srgbClr val="262626"/>
                </a:solidFill>
                <a:latin typeface="Calibri"/>
                <a:ea typeface="Calibri"/>
                <a:cs typeface="Calibri"/>
                <a:sym typeface="Calibri"/>
              </a:endParaRPr>
            </a:p>
          </p:txBody>
        </p:sp>
      </p:grpSp>
      <p:grpSp>
        <p:nvGrpSpPr>
          <p:cNvPr id="45" name="Google Shape;45;p1" descr="Informações de rodapé, como as letras miúdas e informações de contato"/>
          <p:cNvGrpSpPr/>
          <p:nvPr/>
        </p:nvGrpSpPr>
        <p:grpSpPr>
          <a:xfrm>
            <a:off x="2366173" y="9320558"/>
            <a:ext cx="4269834" cy="486975"/>
            <a:chOff x="4138199" y="15346681"/>
            <a:chExt cx="7590830" cy="865731"/>
          </a:xfrm>
        </p:grpSpPr>
        <p:cxnSp>
          <p:nvCxnSpPr>
            <p:cNvPr id="46" name="Google Shape;46;p1"/>
            <p:cNvCxnSpPr/>
            <p:nvPr/>
          </p:nvCxnSpPr>
          <p:spPr>
            <a:xfrm>
              <a:off x="4138199" y="15346681"/>
              <a:ext cx="0" cy="798711"/>
            </a:xfrm>
            <a:prstGeom prst="straightConnector1">
              <a:avLst/>
            </a:prstGeom>
            <a:noFill/>
            <a:ln w="9525" cap="flat" cmpd="sng">
              <a:solidFill>
                <a:srgbClr val="BFBFBF"/>
              </a:solidFill>
              <a:prstDash val="solid"/>
              <a:miter lim="800000"/>
              <a:headEnd type="none" w="sm" len="sm"/>
              <a:tailEnd type="none" w="sm" len="sm"/>
            </a:ln>
          </p:spPr>
        </p:cxnSp>
        <p:sp>
          <p:nvSpPr>
            <p:cNvPr id="47" name="Google Shape;47;p1"/>
            <p:cNvSpPr txBox="1"/>
            <p:nvPr/>
          </p:nvSpPr>
          <p:spPr>
            <a:xfrm>
              <a:off x="4290932" y="15346681"/>
              <a:ext cx="5221343" cy="79871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pt-BR" sz="1200" b="1" i="0" u="none" strike="noStrike" cap="none">
                  <a:solidFill>
                    <a:schemeClr val="dk1"/>
                  </a:solidFill>
                  <a:latin typeface="Calibri"/>
                  <a:ea typeface="Calibri"/>
                  <a:cs typeface="Calibri"/>
                  <a:sym typeface="Calibri"/>
                </a:rPr>
                <a:t>CATÁLOGO</a:t>
              </a:r>
              <a:endParaRPr/>
            </a:p>
            <a:p>
              <a:pPr marL="0" marR="0" lvl="0" indent="0" algn="l" rtl="0">
                <a:spcBef>
                  <a:spcPts val="0"/>
                </a:spcBef>
                <a:spcAft>
                  <a:spcPts val="0"/>
                </a:spcAft>
                <a:buNone/>
              </a:pPr>
              <a:r>
                <a:rPr lang="pt-BR" sz="1000" b="0" i="0" u="none" strike="noStrike" cap="none">
                  <a:solidFill>
                    <a:schemeClr val="dk1"/>
                  </a:solidFill>
                  <a:latin typeface="Calibri"/>
                  <a:ea typeface="Calibri"/>
                  <a:cs typeface="Calibri"/>
                  <a:sym typeface="Calibri"/>
                </a:rPr>
                <a:t>Projetos de Aprendizagem  Colaborativa – Extensionista</a:t>
              </a:r>
              <a:endParaRPr/>
            </a:p>
            <a:p>
              <a:pPr marL="0" marR="0" lvl="0" indent="0" algn="r" rtl="0">
                <a:spcBef>
                  <a:spcPts val="0"/>
                </a:spcBef>
                <a:spcAft>
                  <a:spcPts val="0"/>
                </a:spcAft>
                <a:buNone/>
              </a:pPr>
              <a:r>
                <a:rPr lang="pt-BR" sz="1200" b="1" i="0" u="none" strike="noStrike" cap="none">
                  <a:solidFill>
                    <a:schemeClr val="dk1"/>
                  </a:solidFill>
                  <a:latin typeface="Calibri"/>
                  <a:ea typeface="Calibri"/>
                  <a:cs typeface="Calibri"/>
                  <a:sym typeface="Calibri"/>
                </a:rPr>
                <a:t>CAMPUS XXXXXXXX – 20</a:t>
              </a:r>
              <a:r>
                <a:rPr lang="pt-BR" sz="1200" b="1">
                  <a:solidFill>
                    <a:schemeClr val="dk1"/>
                  </a:solidFill>
                  <a:latin typeface="Calibri"/>
                  <a:ea typeface="Calibri"/>
                  <a:cs typeface="Calibri"/>
                  <a:sym typeface="Calibri"/>
                </a:rPr>
                <a:t>xx/x</a:t>
              </a:r>
              <a:endParaRPr/>
            </a:p>
          </p:txBody>
        </p:sp>
        <p:sp>
          <p:nvSpPr>
            <p:cNvPr id="48" name="Google Shape;48;p1"/>
            <p:cNvSpPr txBox="1"/>
            <p:nvPr/>
          </p:nvSpPr>
          <p:spPr>
            <a:xfrm>
              <a:off x="9679129" y="15487612"/>
              <a:ext cx="2049900" cy="724800"/>
            </a:xfrm>
            <a:prstGeom prst="rect">
              <a:avLst/>
            </a:prstGeom>
            <a:noFill/>
            <a:ln>
              <a:noFill/>
            </a:ln>
          </p:spPr>
          <p:txBody>
            <a:bodyPr spcFirstLastPara="1" wrap="square" lIns="0" tIns="60750" rIns="0" bIns="0" anchor="t" anchorCtr="0">
              <a:spAutoFit/>
            </a:bodyPr>
            <a:lstStyle/>
            <a:p>
              <a:pPr marL="0" marR="0" lvl="0" indent="0" algn="ctr" rtl="0">
                <a:lnSpc>
                  <a:spcPct val="80357"/>
                </a:lnSpc>
                <a:spcBef>
                  <a:spcPts val="0"/>
                </a:spcBef>
                <a:spcAft>
                  <a:spcPts val="0"/>
                </a:spcAft>
                <a:buNone/>
              </a:pPr>
              <a:r>
                <a:rPr lang="pt-BR" sz="1400" b="1" i="0" u="none" strike="noStrike" cap="none">
                  <a:solidFill>
                    <a:srgbClr val="262626"/>
                  </a:solidFill>
                  <a:latin typeface="Calibri"/>
                  <a:ea typeface="Calibri"/>
                  <a:cs typeface="Calibri"/>
                  <a:sym typeface="Calibri"/>
                </a:rPr>
                <a:t>PAC Extensionista</a:t>
              </a:r>
              <a:endParaRPr/>
            </a:p>
          </p:txBody>
        </p:sp>
        <p:cxnSp>
          <p:nvCxnSpPr>
            <p:cNvPr id="49" name="Google Shape;49;p1"/>
            <p:cNvCxnSpPr/>
            <p:nvPr/>
          </p:nvCxnSpPr>
          <p:spPr>
            <a:xfrm>
              <a:off x="9604169" y="15346681"/>
              <a:ext cx="0" cy="798711"/>
            </a:xfrm>
            <a:prstGeom prst="straightConnector1">
              <a:avLst/>
            </a:prstGeom>
            <a:noFill/>
            <a:ln w="9525" cap="flat" cmpd="sng">
              <a:solidFill>
                <a:srgbClr val="BFBFBF"/>
              </a:solidFill>
              <a:prstDash val="solid"/>
              <a:miter lim="800000"/>
              <a:headEnd type="none" w="sm" len="sm"/>
              <a:tailEnd type="none" w="sm" len="sm"/>
            </a:ln>
          </p:spPr>
        </p:cxnSp>
      </p:grpSp>
      <p:pic>
        <p:nvPicPr>
          <p:cNvPr id="50" name="Google Shape;50;p1" descr="Logotipo, nome da empresa&#10;&#10;Descrição gerada automaticamente"/>
          <p:cNvPicPr preferRelativeResize="0"/>
          <p:nvPr/>
        </p:nvPicPr>
        <p:blipFill rotWithShape="1">
          <a:blip r:embed="rId4">
            <a:alphaModFix/>
          </a:blip>
          <a:srcRect t="8672" b="23613"/>
          <a:stretch/>
        </p:blipFill>
        <p:spPr>
          <a:xfrm>
            <a:off x="4971120" y="135021"/>
            <a:ext cx="1833282" cy="584632"/>
          </a:xfrm>
          <a:prstGeom prst="rect">
            <a:avLst/>
          </a:prstGeom>
          <a:noFill/>
          <a:ln>
            <a:noFill/>
          </a:ln>
        </p:spPr>
      </p:pic>
      <p:sp>
        <p:nvSpPr>
          <p:cNvPr id="51" name="Google Shape;51;p1"/>
          <p:cNvSpPr/>
          <p:nvPr/>
        </p:nvSpPr>
        <p:spPr>
          <a:xfrm>
            <a:off x="3516468" y="2956263"/>
            <a:ext cx="3008157" cy="3482637"/>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pt-BR" sz="1061" b="0" i="0" u="none" strike="noStrike" cap="none">
                <a:solidFill>
                  <a:schemeClr val="lt1"/>
                </a:solidFill>
                <a:latin typeface="Calibri"/>
                <a:ea typeface="Calibri"/>
                <a:cs typeface="Calibri"/>
                <a:sym typeface="Calibri"/>
              </a:rPr>
              <a:t>Inserir as imagens aqui</a:t>
            </a:r>
            <a:endParaRPr/>
          </a:p>
        </p:txBody>
      </p:sp>
      <p:sp>
        <p:nvSpPr>
          <p:cNvPr id="52" name="Google Shape;52;p1"/>
          <p:cNvSpPr txBox="1"/>
          <p:nvPr/>
        </p:nvSpPr>
        <p:spPr>
          <a:xfrm>
            <a:off x="3846007" y="7308088"/>
            <a:ext cx="2967445" cy="407409"/>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pt-BR" sz="1600" b="1" i="1" u="none" strike="noStrike" cap="none">
                <a:solidFill>
                  <a:srgbClr val="262626"/>
                </a:solidFill>
                <a:latin typeface="Calibri"/>
                <a:ea typeface="Calibri"/>
                <a:cs typeface="Calibri"/>
                <a:sym typeface="Calibri"/>
              </a:rPr>
              <a:t>Impactos da ação extensionista</a:t>
            </a:r>
            <a:endParaRPr sz="1800" b="1" i="0" u="none" strike="noStrike" cap="none">
              <a:solidFill>
                <a:srgbClr val="262626"/>
              </a:solidFill>
              <a:latin typeface="Calibri"/>
              <a:ea typeface="Calibri"/>
              <a:cs typeface="Calibri"/>
              <a:sym typeface="Calibri"/>
            </a:endParaRPr>
          </a:p>
        </p:txBody>
      </p:sp>
      <p:sp>
        <p:nvSpPr>
          <p:cNvPr id="53" name="Google Shape;53;p1"/>
          <p:cNvSpPr txBox="1"/>
          <p:nvPr/>
        </p:nvSpPr>
        <p:spPr>
          <a:xfrm>
            <a:off x="3516469" y="7578433"/>
            <a:ext cx="3028808" cy="1392689"/>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pt-BR" sz="1350" b="0" i="0" u="none" strike="noStrike" cap="none">
                <a:solidFill>
                  <a:schemeClr val="dk1"/>
                </a:solidFill>
                <a:latin typeface="Calibri"/>
                <a:ea typeface="Calibri"/>
                <a:cs typeface="Calibri"/>
                <a:sym typeface="Calibri"/>
              </a:rPr>
              <a:t>	</a:t>
            </a:r>
            <a:r>
              <a:rPr lang="pt-BR" sz="1100" b="0" i="0" u="none" strike="noStrike" cap="none">
                <a:solidFill>
                  <a:schemeClr val="dk1"/>
                </a:solidFill>
                <a:latin typeface="Calibri"/>
                <a:ea typeface="Calibri"/>
                <a:cs typeface="Calibri"/>
                <a:sym typeface="Calibri"/>
              </a:rPr>
              <a:t>Nonononon  nono non ono nononononon onon ononononon. Nononononon, nononononononon onon on on ono nononono non ono nono no nononon. Nonononon  nono non ono nononononon onon ononononon. Nononononon, nononononononon onon on on ono nononono non ono nono no nononon. Nonononon  nono non ono nononononon onon ononononon. </a:t>
            </a: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Tema do Office">
  <a:themeElements>
    <a:clrScheme name="Shannon Smith">
      <a:dk1>
        <a:srgbClr val="000000"/>
      </a:dk1>
      <a:lt1>
        <a:srgbClr val="FFFFFF"/>
      </a:lt1>
      <a:dk2>
        <a:srgbClr val="262626"/>
      </a:dk2>
      <a:lt2>
        <a:srgbClr val="E7E6E6"/>
      </a:lt2>
      <a:accent1>
        <a:srgbClr val="FF0030"/>
      </a:accent1>
      <a:accent2>
        <a:srgbClr val="F06463"/>
      </a:accent2>
      <a:accent3>
        <a:srgbClr val="F3EF22"/>
      </a:accent3>
      <a:accent4>
        <a:srgbClr val="2A744A"/>
      </a:accent4>
      <a:accent5>
        <a:srgbClr val="FF0030"/>
      </a:accent5>
      <a:accent6>
        <a:srgbClr val="F3EF22"/>
      </a:accent6>
      <a:hlink>
        <a:srgbClr val="FF0030"/>
      </a:hlink>
      <a:folHlink>
        <a:srgbClr val="FF003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A6E1BA9468C43F42B5DD63560ADDD78C" ma:contentTypeVersion="3" ma:contentTypeDescription="Crie um novo documento." ma:contentTypeScope="" ma:versionID="d7f844e30b4386faff1ae6f3bd6c6508">
  <xsd:schema xmlns:xsd="http://www.w3.org/2001/XMLSchema" xmlns:xs="http://www.w3.org/2001/XMLSchema" xmlns:p="http://schemas.microsoft.com/office/2006/metadata/properties" xmlns:ns2="f91e56b8-5938-4210-86dc-315c98f72ec5" targetNamespace="http://schemas.microsoft.com/office/2006/metadata/properties" ma:root="true" ma:fieldsID="76e96387b37c14d6ae8cb404f6639cbb" ns2:_="">
    <xsd:import namespace="f91e56b8-5938-4210-86dc-315c98f72ec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1e56b8-5938-4210-86dc-315c98f72ec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31C7420-7309-4949-8314-E3FF426730A0}">
  <ds:schemaRefs>
    <ds:schemaRef ds:uri="http://schemas.microsoft.com/sharepoint/v3/contenttype/forms"/>
  </ds:schemaRefs>
</ds:datastoreItem>
</file>

<file path=customXml/itemProps2.xml><?xml version="1.0" encoding="utf-8"?>
<ds:datastoreItem xmlns:ds="http://schemas.openxmlformats.org/officeDocument/2006/customXml" ds:itemID="{829FECB6-38B3-4D14-A3F9-526A387FDA83}">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97FBC953-FFCF-4211-ADCD-2777DE9F75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91e56b8-5938-4210-86dc-315c98f72ec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Papel A4 (210 x 297 mm)</PresentationFormat>
  <Slides>1</Slides>
  <Notes>1</Notes>
  <HiddenSlides>0</HiddenSlides>
  <ScaleCrop>false</ScaleCrop>
  <HeadingPairs>
    <vt:vector size="4" baseType="variant">
      <vt:variant>
        <vt:lpstr>Tema</vt:lpstr>
      </vt:variant>
      <vt:variant>
        <vt:i4>1</vt:i4>
      </vt:variant>
      <vt:variant>
        <vt:lpstr>Títulos de slides</vt:lpstr>
      </vt:variant>
      <vt:variant>
        <vt:i4>1</vt:i4>
      </vt:variant>
    </vt:vector>
  </HeadingPairs>
  <TitlesOfParts>
    <vt:vector size="2" baseType="lpstr">
      <vt:lpstr>Tema do Office</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DIANCLEN DO ROSARIO IRALA</dc:creator>
  <cp:revision>3</cp:revision>
  <dcterms:created xsi:type="dcterms:W3CDTF">2022-06-06T21:19:33Z</dcterms:created>
  <dcterms:modified xsi:type="dcterms:W3CDTF">2026-09-04T22:55:48Z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0x010100A6E1BA9468C43F42B5DD63560ADDD78C</vt:lpwstr>
  </property>
</Properties>
</file>